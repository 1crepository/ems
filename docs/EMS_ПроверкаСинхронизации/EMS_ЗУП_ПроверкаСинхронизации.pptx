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12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РАСШИРЕНИЕ EMS · ОБРАБОТКА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Проверка синхронизации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Что и как обработка EMS сравнивает между верхним и нижним ЗУП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01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21408"/>
            <a:ext cx="10698480" cy="3255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274320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72841"/>
                </a:solidFill>
                <a:latin typeface="Arial"/>
              </a:rPr>
              <a:t>ВЕРХНИЙ ЗУП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16352"/>
            <a:ext cx="3108960" cy="41148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8DA2"/>
                </a:solidFill>
                <a:latin typeface="Arial"/>
              </a:rPr>
              <a:t>HTTP  /hs/sverka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788920"/>
            <a:ext cx="274320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72841"/>
                </a:solidFill>
                <a:latin typeface="Arial"/>
              </a:rPr>
              <a:t>НИЖНИЙ ЗУП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251960"/>
            <a:ext cx="9692640" cy="7315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72841"/>
                </a:solidFill>
                <a:latin typeface="Arial"/>
              </a:rPr>
              <a:t>Кнопка «Сравнить» ищет отсутствующие записи и различия контрольных полей. Перенос данных выполняет отдельный механизм обмена.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Что делает обработка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Сравнение и регистрация — отдельные действия.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02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Находит отсутствие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В&lt;Л: ключ есть в нижнем ЗУП, но отсутствует в верхнем.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Находит отличие значения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В&lt;&gt;Л: запись есть в обеих базах, но контрольные поля различаются.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Помогает с регистрацией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К обмену можно зарегистрировать как отсутствие, так и отличие поля.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Не переносит данные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«Сравнить» не запускает обмен; регистр сообщений перезаписывается при проверке.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Пять страниц 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Рабочий маршрут пользователя.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03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90195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1 · Сообщения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1168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Просмотр обнаруженных различий и запуск регистрации.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77063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2 · Коды организаций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Соответствие кода EMS и организации по ГУИД.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63931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49039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3 · Объекты метаданных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49039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Выбор типов объектов и настройка полей сверки.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50799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1772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4 · Параметры баз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1772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Адреса публикаций, узлы и параметры HTTP.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537667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48640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5 · Настройки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48640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Общие учётные данные для подключения.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Сообщения синхронизации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Список проблем для выбранной базы.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04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В&lt;Л · нет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Пример: элемент справочника присутствует в нижнем ЗУП, но отсутствует наверху.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В&lt;&gt;Л · поле отличается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Пример: Проведен — верх «Нет», низ «Да».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Команды списка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Выбрать базу, получить список расхождений, зарегистрировать к обмену.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Важные ограничения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Команды обрабатывают все сообщения выбранной базы. Время проверки хранится в измерении «Дата», не в колонке «Период».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Что происходит после «Сравнить»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Девять шагов от выбора базы до записи результатов.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05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90195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1–3 · Подготовка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1168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Отбор баз по коду и узлу → подключение HTTP → соответствия ссылок.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77063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4–5 · Данные верхней базы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Выбираются только объекты с «Выбран = Истина», формируются локальные ключи.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63931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49039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6–7 · Получение нижней базы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49039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Пакеты до восьми запросов; при сбое неудачная порция и остаток идут по одному.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50799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1772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8 · Сопоставление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1772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По ключам нижней базы: отсутствие вверху (В&lt;Л) или отличие контрольного значения (В&lt;&gt;Л).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537667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48640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9 · Запись сообщений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48640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Регистр полностью заменяется, даже если не осталось актуальных баз. Ошибки объектов пишутся в журнал.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Что сверка не показывает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Проверка несимметрична: исходная сторона — нижний ЗУП.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06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В&lt;Л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Ключ обнаружен внизу, но не найден наверху: создаётся сообщение.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В&lt;&gt;Л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Одинаковый ключ, но разные контрольные поля: создаётся сообщение.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Только в верхнем ЗУП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Лишний объект верхней базы не отображается в результатах сверки.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Ошибка HTTP или запроса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Записывается в журнал регистрации; отдельная строка EMS не формируется.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Как читать технические сообщения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Получение удобного списка объектов для разбора.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07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Ссылка не найдена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Из фрагмента «&lt;Объект не найден&gt; (...)» извлекается ссылка; повторные ссылки объединяются.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Понятное представление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Тип устанавливается по коду ссылки, ГУИД преобразуется, представление запрашивается из нижней базы.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Сообщения без ссылки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В списке остаются и различия контрольных полей В&lt;&gt;Л, и строки регистров.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Суффикс #ОТБОР#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Нужен регистрации; в человекочитаемом списке скрывается. Дата 31.12.1899 может означать пустой период.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Регистрация к обмену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Данные не переносятся кнопкой; нижней базе передаётся запрос регистрации.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08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90195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Справочники · документы · ПВХ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1168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Ссылка из #ОТБОР#; при отсутствии объекта также возможен ГУИД из текста.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77063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сведений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JSON-отбор конкретной записи после #ОТБОР#. Без отбора регистрация не выполняется.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63931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49039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накопления и расчёта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49039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Регистратор из #ОТБОР#. При разной сумме регистрируется документ, а не строка движения.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50799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1772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Транспорт и повторы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1772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POST /hs/sverka/V1/register-changes; одинаковые отборы повторно не отправляются.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537667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48640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Сообщения В&lt;Л и В&lt;&gt;Л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637609"/>
            <a:ext cx="7260336" cy="246221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 dirty="0" err="1">
                <a:solidFill>
                  <a:srgbClr val="172841"/>
                </a:solidFill>
                <a:latin typeface="Arial"/>
              </a:rPr>
              <a:t>Оба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типа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можно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зарегистрировать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Объекты метаданных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Настройка ключей отличается от проверки значений.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09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Выбран = Истина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Только выбранные строки участвуют в сравнении.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Поле организации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Если задано, оно ограничивает выборку по организации и само по себе не является ключом.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Основные поля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Полностью заменяют стандартный ключ объекта.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Дополнительные поля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Расширяют стандартный ключ лишь тогда, когда основные поля не заданы.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Заполнение списка метаданных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Команда работает для одной выбранной базы.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10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Три источника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Состав из плана обмена верхней базы, HTTP /V1/СоставДляСверки и правил корреспондента.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Новые строки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Создаются с признаком «Выбран = Истина».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Существующие строки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Настройки сохраняются, пока объект разрешён. Исключённые объекты удаляются.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Нет метаданных в этой базе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Объект всё равно может появиться в перечне; счётчик показывает, что сверить его не получится.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Параметры подключения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Как база допускается к проверке.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11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Когда база актуальна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Заполнены код организации и наименование узла информационной базы.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Адрес публикации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WS-сервер и WS-имя базы; параметры SSL и прокси обрабатываются отдельно.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Авторизация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Общий логин и пароль берутся со страницы «Настройки», а не из колонок страницы баз.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Недоступная база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Проверка этой базы пропускается, но общий регистр сообщений при завершении сверки заменяется.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Как находится организация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Функция Орг(код) ищет подходящую ссылку по очереди.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12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1 · Регистр соответствий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Код EMS → ГУИД, если организация по идентификатору существует.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2 · Код как ГУИД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Если код сам является идентификатором существующей организации.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3 · Поиск по коду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Справочники.Организации.НайтиПоКоду.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Исключение «Начисления»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Даже при пустом поле организации применяется условие ГоловнаяОрганизация В ИЕРАРХИИ.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Ключи поиска: виды метаданных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Поле ключа определяет идентичность; контрольные поля фиксируют отличие.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13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90195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Справочники · документы · ПВХ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1168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Ссылка.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77063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сведений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Измерения основного отбора + регистратор у подчинённого + период у периодического; если набор пуст — все измерения.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63931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49039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накопления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49039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Регистратор.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50799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1772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расчёта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1772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Регистратор, измерения, ВидРасчета. Результат не входит в ключ.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537667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48640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Последовательности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48640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Измерения и доступные Регистратор / Период / МоментВремени.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HTTP-сервис sverka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Пять используемых обработкой методов.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14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90195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/V1/ПакетОборотов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1168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Пакетная сверка, до восьми запросов.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77063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/V1/Обороты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Одиночная проверка, когда пакетный режим недоступен.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63931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49039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/V1/СоставДляСверки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49039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Получение состава метаданных.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50799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1772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/V1/Представления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1772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Получение представлений отсутствующих ссылок.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537667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48640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/V1/register-changes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48640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Регистрация объектов к ближайшему стандартному обмену.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Поля объектных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Ключ у всех трёх видов — Ссылка.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15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901952"/>
            <a:ext cx="10716768" cy="9669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926080" cy="73837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Документы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71474"/>
            <a:ext cx="7260336" cy="246221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 dirty="0" err="1">
                <a:solidFill>
                  <a:srgbClr val="172841"/>
                </a:solidFill>
                <a:latin typeface="Arial"/>
              </a:rPr>
              <a:t>Контроль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Проведен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Дата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ПометкаУдаления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Номер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Организация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(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если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есть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реквизит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987802"/>
            <a:ext cx="10716768" cy="9669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097530"/>
            <a:ext cx="2926080" cy="73837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Справочники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97530"/>
            <a:ext cx="7260336" cy="76581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 dirty="0" err="1">
                <a:solidFill>
                  <a:srgbClr val="172841"/>
                </a:solidFill>
                <a:latin typeface="Arial"/>
              </a:rPr>
              <a:t>Контроль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ПометкаУдаления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Наименование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Код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Родитель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Владелец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—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при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наличии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соответствующих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72841"/>
                </a:solidFill>
                <a:latin typeface="Arial"/>
              </a:rPr>
              <a:t>свойств</a:t>
            </a:r>
            <a:r>
              <a:rPr sz="1300" b="0" dirty="0">
                <a:solidFill>
                  <a:srgbClr val="172841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4073652"/>
            <a:ext cx="10716768" cy="9669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183380"/>
            <a:ext cx="2926080" cy="73837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Планы видов характеристик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83380"/>
            <a:ext cx="7260336" cy="76581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Контроль: ПометкаУдаления, Наименование, Код, Родитель, ТипЗначения — при доступности.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5159502"/>
            <a:ext cx="10716768" cy="9669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5269230"/>
            <a:ext cx="2926080" cy="73837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Общее ограничение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269230"/>
            <a:ext cx="7260336" cy="76581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Если метаданные справочника/ПВХ не найдены, остаётся лишь ПометкаУдаления. Поля ключа повторно не проверяются; табличные части не сравниваются.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Регистры сведений и накопления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Для движений важно сравнение набора значений, а не порядка строк.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17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90195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сведений · ключ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1168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Основной отбор; регистратор/период по свойствам регистра. Если такой ключ пуст — все измерения.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77063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сведений · контроль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Ресурсы, реквизиты и измерения, не вошедшие в ключ.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63931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49039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накопления · ключ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49039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Только Регистратор; НомерСтроки не используется.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50799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1772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Регистры накопления · контроль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1772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Активность, Период, измерения, ресурсы и реквизиты.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5376672"/>
            <a:ext cx="1071676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486400"/>
            <a:ext cx="2926080" cy="521207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Одинаковый ключ · несколько движений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486400"/>
            <a:ext cx="7260336" cy="5486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Сравнение наборов без учёта порядка; разное количество строк даёт «КоличествоЗаписей». Служебные номера исключены.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Регламентное задание 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Автоматическая цепочка сравнения и регистрации.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16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1 · Проверка справочника баз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Нет неудалённых элементов параметров баз — завершение, сообщения не меняются.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2 · Выполнение сравнения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Запускается алгоритм «Сравнить», регистр сообщений заменяется.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3 · Регистрация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При наличии сообщений по базе выполняется регистрация выявленных расхождений.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4 · Итог в журнале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Информация при полном успехе; предупреждение при проблемах. Обмен выполняется штатным механизмом.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Регистры расчёта и последовательности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Поля зависят от доступных свойств конкретных метаданных.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18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Расчёт · ключ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Регистратор, все измерения, ВидРасчета. Для «Начисления» СторноТекущегоПериода — измерение и часть ключа.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Расчёт · контроль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Результат и другие ресурсы, реквизиты, ПериодРегистрации; периоды действия и базы — если включены.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Последовательности · ключ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Измерения и доступные Регистратор, Период, МоментВремени.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Последовательности · контроль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СостояниеПроведения, если это реквизит, а не измерение. В проверенной конфигурации UP последовательностей нет.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Примеры различий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Один и тот же ключ может иметь разные значения.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19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901952"/>
            <a:ext cx="10716768" cy="9669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926080" cy="73837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Документ найден в обеих базах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11680"/>
            <a:ext cx="7260336" cy="76581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Ссылка совпадает: сообщение «объект отсутствует» не создаётся.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987802"/>
            <a:ext cx="10716768" cy="9669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097530"/>
            <a:ext cx="2926080" cy="73837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Проведение различается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97530"/>
            <a:ext cx="7260336" cy="76581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Проведен: верх = Нет; низ = Да → сообщение В&lt;&gt;Л.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4073652"/>
            <a:ext cx="10716768" cy="9669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183380"/>
            <a:ext cx="2926080" cy="73837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Начисление различается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83380"/>
            <a:ext cx="7260336" cy="76581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Результат: верх = 50 000; низ = 52 000 → В&lt;&gt;Л, а не отсутствие строки.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5159502"/>
            <a:ext cx="10716768" cy="9669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5269230"/>
            <a:ext cx="2926080" cy="73837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72841"/>
                </a:solidFill>
                <a:latin typeface="Arial"/>
              </a:rPr>
              <a:t>Регистрация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269230"/>
            <a:ext cx="7260336" cy="76581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72841"/>
                </a:solidFill>
                <a:latin typeface="Arial"/>
              </a:rPr>
              <a:t>По #ОТБОР# можно зарегистрировать объект или документ-регистратор для следующего обмена.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Группы движений и служебные поля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При одинаковом ключе сравнение зависит от числа строк.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20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Одна строка с каждой стороны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Значения сравниваются попарно: Результат 50 000 против 52 000.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Несколько строк с одним ключом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Сравниваются наборы значений без учёта порядка; количество строк проверяется отдельно.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Не сравниваются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НомерСтроки и ИдентификаторСтроки не являются ключами и не участвуют в контроле.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Формат сообщений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Ссылки нормализуются; показывается до 12 отличий, сообщение ограничено 1000 символами вместе с #ОТБОР#.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320040"/>
            <a:ext cx="82296" cy="347472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301752"/>
            <a:ext cx="10058400" cy="2286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DA2"/>
                </a:solidFill>
                <a:latin typeface="Arial"/>
              </a:rPr>
              <a:t>EMS · ПРОВЕРКА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58952"/>
            <a:ext cx="11018520" cy="6217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72841"/>
                </a:solidFill>
                <a:latin typeface="Arial"/>
              </a:rPr>
              <a:t>Что помнить при отладке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50292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96A7B"/>
                </a:solidFill>
                <a:latin typeface="Arial"/>
              </a:rPr>
              <a:t>Важные ограничения механизма.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492240"/>
            <a:ext cx="548640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96A7B"/>
                </a:solidFill>
                <a:latin typeface="Arial"/>
              </a:rPr>
              <a:t>EMS  /  ЗУП ↔ ЗУП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645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96A7B"/>
                </a:solidFill>
                <a:latin typeface="Arial"/>
              </a:rPr>
              <a:t>21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«Сравнить» ≠ обмен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Кнопка создаёт диагностические сообщения, но не переносит данные.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2103120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История не сохраняется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При следующем сравнении набор сообщений заменяется даже при недоступных базах.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Ключ ≠ контроль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Основные поля заменяют ключ. Контрольные поля определяют отличие значений.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22776"/>
            <a:ext cx="527608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6792" y="4087368"/>
            <a:ext cx="50292" cy="310896"/>
          </a:xfrm>
          <a:prstGeom prst="rect">
            <a:avLst/>
          </a:prstGeom>
          <a:solidFill>
            <a:srgbClr val="008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059936"/>
            <a:ext cx="4846320" cy="384048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72841"/>
                </a:solidFill>
                <a:latin typeface="Arial"/>
              </a:rPr>
              <a:t>Для регистрации важен #ОТБОР#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62856"/>
            <a:ext cx="4837175" cy="10881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841"/>
                </a:solidFill>
                <a:latin typeface="Arial"/>
              </a:rPr>
              <a:t>Содержит ссылку, ключ записи регистра или регистратора. Старым сообщениям может понадобиться повторная сверка.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1857</Words>
  <Application>Microsoft Office PowerPoint</Application>
  <PresentationFormat>Широкоэкранный</PresentationFormat>
  <Paragraphs>281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admech</cp:lastModifiedBy>
  <cp:revision>3</cp:revision>
  <dcterms:created xsi:type="dcterms:W3CDTF">2013-01-27T09:14:16Z</dcterms:created>
  <dcterms:modified xsi:type="dcterms:W3CDTF">2026-10-22T08:31:12Z</dcterms:modified>
  <cp:category/>
</cp:coreProperties>
</file>